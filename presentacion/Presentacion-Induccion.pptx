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equipo y del proyecto. En una frase: hicimos una app de celular para que la persona que entra al puesto de Encargado de Stock de Cocina practique el trabajo antes de hacerlo.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puesto maneja stock: lo que entra, cómo se guarda, cuándo vence y cuándo pedir. Si se aprende "sobre la marcha", el error cuesta plata (merma), servicio (quiebres) o seguridad (cadena de frío).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partes. Entrenar: ocho ejercicios cortos, se supera cada uno con 80%. Turno: el simulador, un día completo. Tablero: los indicadores del puesto calculados con lo que jugó la persona. No lo mostramos en detalle acá porque lo vamos a ver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diapositiva clave de la justificación. El celular es la herramienta que el personal ya tiene y usa; la app va a donde está la persona. Además es barato: no hay servidor que pagar ni publicación en tiendas.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app no es material de lectura: implementa el ciclo de control de gestión y lo hace jugar. El turno perfecto está calibrado para caer justo en el 2% de merma.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avance viaja de la persona al supervisor por un código que se manda por mensaje, o automáticamente si está conectada la base en Firebase. Si una estación está baja para todos, el problema es del programa de inducción, no de la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Pasamos a mostrar la app nosotros desde el celular. Recorrido sugerido: Inicio → una estación (por ejemplo, Dónde va cada cosa) → un turno → el tablero → acceso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 · CONTROL DE GESTIÓN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Inducción interactiva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B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Encargado de Stock de Cocina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simulador del puesto que se instala en el celular: no se lee un manual, se practica el trabajo.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Ayala · Katherine Espinola · Lucas González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C7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en Sistemas de Producción · Docente: CP Leidy Ríos Argaña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56832" y="438912"/>
            <a:ext cx="2029405" cy="4242816"/>
          </a:xfrm>
          <a:prstGeom prst="roundRect">
            <a:avLst>
              <a:gd name="adj" fmla="val 8110"/>
            </a:avLst>
          </a:prstGeom>
          <a:solidFill>
            <a:srgbClr val="3A2F2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laude-0/-home-user-Control-de-Gestion/7f4d1a78-df90-55c4-80bb-b6ebc9d47825/scratchpad/shots/in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02920"/>
            <a:ext cx="190138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la inducción se lee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nueva aprende con un manual, una charla y su primer turno real. Los errores de ese aprendizaje se pagan en la cocina: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FFF9EF"/>
          </a:solidFill>
          <a:ln w="12700">
            <a:solidFill>
              <a:srgbClr val="EADF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7660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383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49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que vence, se rompe o se descarta por mal guardado.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233172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FFF9EF"/>
          </a:solidFill>
          <a:ln w="12700">
            <a:solidFill>
              <a:srgbClr val="EADF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26060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7660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3383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Quiebres de stock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749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un insumo en pleno servicio por un pedido mal calculado.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035040" y="233172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FFF9EF"/>
          </a:solidFill>
          <a:ln w="12700">
            <a:solidFill>
              <a:srgbClr val="EADFC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9360" y="26060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27660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3383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frío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3749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fuera de temperatura es un riesgo para el cliente.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PROPUESTA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Practicar el puesto antes de hacerlo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42090" cy="2322576"/>
          </a:xfrm>
          <a:prstGeom prst="roundRect">
            <a:avLst>
              <a:gd name="adj" fmla="val 14411"/>
            </a:avLst>
          </a:prstGeom>
          <a:solidFill>
            <a:srgbClr val="0E0B09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tmp/claude-0/-home-user-Control-de-Gestion/7f4d1a78-df90-55c4-80bb-b6ebc9d47825/scratchpad/shots/entren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00200"/>
            <a:ext cx="1014074" cy="2194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82754" y="1600200"/>
            <a:ext cx="12719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882754" y="1965960"/>
            <a:ext cx="127192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estaciones prácticas: recepción, PEPS, vencimientos, frío, merma, recuento y pedido.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536192"/>
            <a:ext cx="1142090" cy="2322576"/>
          </a:xfrm>
          <a:prstGeom prst="roundRect">
            <a:avLst>
              <a:gd name="adj" fmla="val 14411"/>
            </a:avLst>
          </a:prstGeom>
          <a:solidFill>
            <a:srgbClr val="0E0B09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user-Control-de-Gestion/7f4d1a78-df90-55c4-80bb-b6ebc9d47825/scratchpad/shots/tur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600200"/>
            <a:ext cx="1014074" cy="21945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25954" y="1600200"/>
            <a:ext cx="12719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625954" y="1965960"/>
            <a:ext cx="127192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día real en 8 decisiones. Cada una mueve merma, quiebres y exactitud en vivo.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536192"/>
            <a:ext cx="1142090" cy="2322576"/>
          </a:xfrm>
          <a:prstGeom prst="roundRect">
            <a:avLst>
              <a:gd name="adj" fmla="val 14411"/>
            </a:avLst>
          </a:prstGeom>
          <a:solidFill>
            <a:srgbClr val="0E0B09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/tmp/claude-0/-home-user-Control-de-Gestion/7f4d1a78-df90-55c4-80bb-b6ebc9d47825/scratchpad/shots/tabl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600200"/>
            <a:ext cx="1014074" cy="21945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69154" y="1600200"/>
            <a:ext cx="12719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369154" y="1965960"/>
            <a:ext cx="127192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con semáforo contra el estándar y certificación final.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arrastra, se toca y se decide: la app devuelve el resultado al instante.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una app para celular?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FFBC0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está en el bolsillo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99339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personal tiene celular. No hace falta PC, sala ni horario.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645920"/>
            <a:ext cx="548640" cy="548640"/>
          </a:xfrm>
          <a:prstGeom prst="ellipse">
            <a:avLst/>
          </a:prstGeom>
          <a:solidFill>
            <a:srgbClr val="FFBC0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7830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977640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sin internet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977640" y="199339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 como app y anda en el depósito o sin datos.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645920"/>
            <a:ext cx="548640" cy="548640"/>
          </a:xfrm>
          <a:prstGeom prst="ellipse">
            <a:avLst/>
          </a:prstGeom>
          <a:solidFill>
            <a:srgbClr val="FFBC0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830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720840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aprende tocando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720840" y="199339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Arrastrar, contar, mover un termómetro: el gesto imita la tarea.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FFBC0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461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ratos cortos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234440" y="345643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ejercicio dura minutos y se puede repetir las veces que haga falta.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91840" y="3108960"/>
            <a:ext cx="548640" cy="548640"/>
          </a:xfrm>
          <a:prstGeom prst="ellipse">
            <a:avLst/>
          </a:prstGeom>
          <a:solidFill>
            <a:srgbClr val="FFBC0D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4612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977640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tienda de apps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3977640" y="345643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un enlace y se agrega a inicio, en Android o iPhone.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035040" y="3108960"/>
            <a:ext cx="548640" cy="548640"/>
          </a:xfrm>
          <a:prstGeom prst="ellipse">
            <a:avLst/>
          </a:prstGeom>
          <a:solidFill>
            <a:srgbClr val="FFBC0D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24612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720840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cero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6720840" y="345643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estático gratuito; la sincronización usa la cuota libre de Firebase.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CON LA MATERIA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de control, jugado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783080" cy="2286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ADF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A141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 ≤ 2 %, 0 quiebres, exactitud ≥ 98 %.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737360"/>
            <a:ext cx="1783080" cy="2286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ADF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965960"/>
            <a:ext cx="502920" cy="502920"/>
          </a:xfrm>
          <a:prstGeom prst="ellipse">
            <a:avLst/>
          </a:prstGeom>
          <a:solidFill>
            <a:srgbClr val="1A14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34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606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1546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y ejercicio deja su número.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1783080" cy="2286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ADF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965960"/>
            <a:ext cx="502920" cy="502920"/>
          </a:xfrm>
          <a:prstGeom prst="ellipse">
            <a:avLst/>
          </a:prstGeom>
          <a:solidFill>
            <a:srgbClr val="1A141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606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Desvío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1546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compara contra el objetivo con semáforo.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1737360"/>
            <a:ext cx="1783080" cy="2286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ADF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196596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06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correctiva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1546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qué repetir; solo con el estándar queda Habilitado.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no es "cero pérdidas": es la pérdida inevitable bien gestionada.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PERSPECTIVAS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app, dos usuarios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3017520"/>
          </a:xfrm>
          <a:prstGeom prst="roundRect">
            <a:avLst>
              <a:gd name="adj" fmla="val 4242"/>
            </a:avLst>
          </a:prstGeom>
          <a:solidFill>
            <a:srgbClr val="FFF9EF"/>
          </a:solidFill>
          <a:ln w="12700">
            <a:solidFill>
              <a:srgbClr val="EADF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FFBC0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688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en inducción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las 8 estaciones a su ritmo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turnos y ve su desvío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Rinde la certificación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7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avance queda guardado en su teléfono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3931920" cy="3017520"/>
          </a:xfrm>
          <a:prstGeom prst="roundRect">
            <a:avLst>
              <a:gd name="adj" fmla="val 4242"/>
            </a:avLst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83480" y="192024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070" y="20688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(con PIN)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274320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el avance de todo el equipo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qué estación falla para todos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la nota mínima y los objetivos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la planilla para Excel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Ahora, probemos la app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recorremos en vivo: una estación de entrenamiento, un turno simulado y el tablero de control.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56832" y="438912"/>
            <a:ext cx="2029405" cy="4242816"/>
          </a:xfrm>
          <a:prstGeom prst="roundRect">
            <a:avLst>
              <a:gd name="adj" fmla="val 8110"/>
            </a:avLst>
          </a:prstGeom>
          <a:solidFill>
            <a:srgbClr val="3A2F2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user-Control-de-Gestion/7f4d1a78-df90-55c4-80bb-b6ebc9d47825/scratchpad/shots/tur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02920"/>
            <a:ext cx="1901389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Inducción interactiva · Stock de Cocina</dc:title>
  <dc:subject>PptxGenJS Presentation</dc:subject>
  <dc:creator>PptxGenJS</dc:creator>
  <cp:lastModifiedBy>PptxGenJS</cp:lastModifiedBy>
  <cp:revision>1</cp:revision>
  <dcterms:created xsi:type="dcterms:W3CDTF">2026-09-30T13:34:33Z</dcterms:created>
  <dcterms:modified xsi:type="dcterms:W3CDTF">2026-09-30T13:34:33Z</dcterms:modified>
</cp:coreProperties>
</file>